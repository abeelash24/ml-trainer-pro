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Science Internship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Internship Report</a:t>
            </a:r>
          </a:p>
          <a:p>
            <a:r>
              <a:t>Student Name: [Your Name]</a:t>
            </a:r>
          </a:p>
          <a:p>
            <a:r>
              <a:t>Register Number: [Your Reg No.]</a:t>
            </a:r>
          </a:p>
          <a:p>
            <a:r>
              <a:t>Department: [Your Dept]</a:t>
            </a:r>
          </a:p>
          <a:p>
            <a:r>
              <a:t>College: [Your College]</a:t>
            </a:r>
          </a:p>
          <a:p>
            <a:r>
              <a:t>Duration: 10 Days</a:t>
            </a:r>
          </a:p>
          <a:p>
            <a:r>
              <a:t>Company: [Company Placeholder]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Internship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t>10-Day Intensive Data Science Internship</a:t>
            </a:r>
          </a:p>
          <a:p>
            <a:pPr>
              <a:spcAft>
                <a:spcPts val="1000"/>
              </a:spcAft>
            </a:pPr>
            <a:r>
              <a:t>Introduction to Data Science fundamentals</a:t>
            </a:r>
          </a:p>
          <a:p>
            <a:pPr>
              <a:spcAft>
                <a:spcPts val="1000"/>
              </a:spcAft>
            </a:pPr>
            <a:r>
              <a:t>Machine Learning basics &amp; terminology</a:t>
            </a:r>
          </a:p>
          <a:p>
            <a:pPr>
              <a:spcAft>
                <a:spcPts val="1000"/>
              </a:spcAft>
            </a:pPr>
            <a:r>
              <a:t>Comprehensive Data Analysis Workflow</a:t>
            </a:r>
          </a:p>
          <a:p>
            <a:pPr>
              <a:spcAft>
                <a:spcPts val="1000"/>
              </a:spcAft>
            </a:pPr>
            <a:r>
              <a:t>Hands-on coding and practical learning</a:t>
            </a:r>
          </a:p>
          <a:p>
            <a:pPr>
              <a:spcAft>
                <a:spcPts val="1000"/>
              </a:spcAft>
            </a:pPr>
            <a:r>
              <a:t>Real-world application focused training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Internship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t>Master Python for Data Science applications</a:t>
            </a:r>
          </a:p>
          <a:p>
            <a:pPr>
              <a:spcAft>
                <a:spcPts val="1000"/>
              </a:spcAft>
            </a:pPr>
            <a:r>
              <a:t>Data Cleaning &amp; preprocessing using Pandas</a:t>
            </a:r>
          </a:p>
          <a:p>
            <a:pPr>
              <a:spcAft>
                <a:spcPts val="1000"/>
              </a:spcAft>
            </a:pPr>
            <a:r>
              <a:t>Statistical Data Visualization techniques</a:t>
            </a:r>
          </a:p>
          <a:p>
            <a:pPr>
              <a:spcAft>
                <a:spcPts val="1000"/>
              </a:spcAft>
            </a:pPr>
            <a:r>
              <a:t>Building core Machine Learning models</a:t>
            </a:r>
          </a:p>
          <a:p>
            <a:pPr>
              <a:spcAft>
                <a:spcPts val="1000"/>
              </a:spcAft>
            </a:pPr>
            <a:r>
              <a:t>Understanding Regression Algorithms (Linear/Multiple)</a:t>
            </a:r>
          </a:p>
          <a:p>
            <a:pPr>
              <a:spcAft>
                <a:spcPts val="1000"/>
              </a:spcAft>
            </a:pPr>
            <a:r>
              <a:t>Creating dashboards using Streamlit</a:t>
            </a:r>
          </a:p>
          <a:p>
            <a:pPr>
              <a:spcAft>
                <a:spcPts val="1000"/>
              </a:spcAft>
            </a:pPr>
            <a:r>
              <a:t>Gaining end-to-end project experience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t>Python: Core language for automation and modeling</a:t>
            </a:r>
          </a:p>
          <a:p>
            <a:pPr>
              <a:spcAft>
                <a:spcPts val="1000"/>
              </a:spcAft>
            </a:pPr>
            <a:r>
              <a:t>Pandas &amp; NumPy: Data structures and numerical computation</a:t>
            </a:r>
          </a:p>
          <a:p>
            <a:pPr>
              <a:spcAft>
                <a:spcPts val="1000"/>
              </a:spcAft>
            </a:pPr>
            <a:r>
              <a:t>Matplotlib &amp; Seaborn: Visualizing data distributions</a:t>
            </a:r>
          </a:p>
          <a:p>
            <a:pPr>
              <a:spcAft>
                <a:spcPts val="1000"/>
              </a:spcAft>
            </a:pPr>
            <a:r>
              <a:t>Streamlit: Deployment of ML apps as web dashboards</a:t>
            </a:r>
          </a:p>
          <a:p>
            <a:pPr>
              <a:spcAft>
                <a:spcPts val="1000"/>
              </a:spcAft>
            </a:pPr>
            <a:r>
              <a:t>Jupyter Notebook &amp; VS Code: Development environments</a:t>
            </a:r>
          </a:p>
          <a:p>
            <a:pPr>
              <a:spcAft>
                <a:spcPts val="1000"/>
              </a:spcAft>
            </a:pPr>
            <a:r>
              <a:t>CSV Datasets: Working with tabular data storage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t>Data Preprocessing: Handling missing values and feature selection</a:t>
            </a:r>
          </a:p>
          <a:p>
            <a:pPr>
              <a:spcAft>
                <a:spcPts val="1000"/>
              </a:spcAft>
            </a:pPr>
            <a:r>
              <a:t>Data Cleaning: Removing noise and outliers from CSV files</a:t>
            </a:r>
          </a:p>
          <a:p>
            <a:pPr>
              <a:spcAft>
                <a:spcPts val="1000"/>
              </a:spcAft>
            </a:pPr>
            <a:r>
              <a:t>Exploratory Data Analysis: Summarizing main characteristics</a:t>
            </a:r>
          </a:p>
          <a:p>
            <a:pPr>
              <a:spcAft>
                <a:spcPts val="1000"/>
              </a:spcAft>
            </a:pPr>
            <a:r>
              <a:t>Visualization: Bar charts, histograms, and scatter plots</a:t>
            </a:r>
          </a:p>
          <a:p>
            <a:pPr>
              <a:spcAft>
                <a:spcPts val="1000"/>
              </a:spcAft>
            </a:pPr>
            <a:r>
              <a:t>Correlation analysis between variables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t>Linear Regression: Simple prediction for continuous outputs</a:t>
            </a:r>
          </a:p>
          <a:p>
            <a:pPr>
              <a:spcAft>
                <a:spcPts val="1000"/>
              </a:spcAft>
            </a:pPr>
            <a:r>
              <a:t>Multiple Linear Regression: Modeling multi-factor relationships</a:t>
            </a:r>
          </a:p>
          <a:p>
            <a:pPr>
              <a:spcAft>
                <a:spcPts val="1000"/>
              </a:spcAft>
            </a:pPr>
            <a:r>
              <a:t>Model Evaluation: Understanding prediction accuracy</a:t>
            </a:r>
          </a:p>
          <a:p>
            <a:pPr>
              <a:spcAft>
                <a:spcPts val="1000"/>
              </a:spcAft>
            </a:pPr>
            <a:r>
              <a:t>Real-world Use Case: Price prediction and forecasting</a:t>
            </a:r>
          </a:p>
          <a:p>
            <a:pPr>
              <a:spcAft>
                <a:spcPts val="1000"/>
              </a:spcAft>
            </a:pPr>
            <a:r>
              <a:t>Advantages: Interpretability and computational efficiency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Dashboard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t>Automated dataset uploading interface</a:t>
            </a:r>
          </a:p>
          <a:p>
            <a:pPr>
              <a:spcAft>
                <a:spcPts val="1000"/>
              </a:spcAft>
            </a:pPr>
            <a:r>
              <a:t>Dynamic data display and filtering</a:t>
            </a:r>
          </a:p>
          <a:p>
            <a:pPr>
              <a:spcAft>
                <a:spcPts val="1000"/>
              </a:spcAft>
            </a:pPr>
            <a:r>
              <a:t>Interactive visualizations based on user input</a:t>
            </a:r>
          </a:p>
          <a:p>
            <a:pPr>
              <a:spcAft>
                <a:spcPts val="1000"/>
              </a:spcAft>
            </a:pPr>
            <a:r>
              <a:t>Integration of trained ML models for real-time inference</a:t>
            </a:r>
          </a:p>
          <a:p>
            <a:pPr>
              <a:spcAft>
                <a:spcPts val="1000"/>
              </a:spcAft>
            </a:pPr>
            <a:r>
              <a:t>User-friendly UI/UX for data-driven storytelling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Gained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t>Technical: Python, ML modeling, Data Analysis, Streamlit</a:t>
            </a:r>
          </a:p>
          <a:p>
            <a:pPr>
              <a:spcAft>
                <a:spcPts val="1000"/>
              </a:spcAft>
            </a:pPr>
            <a:r>
              <a:t>Analytical: Critical thinking and logical problem solving</a:t>
            </a:r>
          </a:p>
          <a:p>
            <a:pPr>
              <a:spcAft>
                <a:spcPts val="1000"/>
              </a:spcAft>
            </a:pPr>
            <a:r>
              <a:t>Strategic: Data-driven decision making</a:t>
            </a:r>
          </a:p>
          <a:p>
            <a:pPr>
              <a:spcAft>
                <a:spcPts val="1000"/>
              </a:spcAft>
            </a:pPr>
            <a:r>
              <a:t>Soft Skills: Teamwork, communication, and time management</a:t>
            </a:r>
          </a:p>
          <a:p>
            <a:pPr>
              <a:spcAft>
                <a:spcPts val="1000"/>
              </a:spcAft>
            </a:pPr>
            <a:r>
              <a:t>Documentation: Technical report writing and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Internship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t>Solid foundation in Data Science fundamentals</a:t>
            </a:r>
          </a:p>
          <a:p>
            <a:pPr>
              <a:spcAft>
                <a:spcPts val="1000"/>
              </a:spcAft>
            </a:pPr>
            <a:r>
              <a:t>Ability to build and evaluate regression models</a:t>
            </a:r>
          </a:p>
          <a:p>
            <a:pPr>
              <a:spcAft>
                <a:spcPts val="1000"/>
              </a:spcAft>
            </a:pPr>
            <a:r>
              <a:t>Effective data visualization and storytelling capabilities</a:t>
            </a:r>
          </a:p>
          <a:p>
            <a:pPr>
              <a:spcAft>
                <a:spcPts val="1000"/>
              </a:spcAft>
            </a:pPr>
            <a:r>
              <a:t>Hands-on experience with end-to-end ML workflows</a:t>
            </a:r>
          </a:p>
          <a:p>
            <a:pPr>
              <a:spcAft>
                <a:spcPts val="1000"/>
              </a:spcAft>
            </a:pPr>
            <a:r>
              <a:t>Developed a functional Streamlit dashboard application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Q/A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t>The internship provided essential practical exposure to DS.</a:t>
            </a:r>
          </a:p>
          <a:p>
            <a:pPr>
              <a:spcAft>
                <a:spcPts val="1000"/>
              </a:spcAft>
            </a:pPr>
            <a:r>
              <a:t>Successfully bridged the gap between theory and application.</a:t>
            </a:r>
          </a:p>
          <a:p>
            <a:pPr>
              <a:spcAft>
                <a:spcPts val="1000"/>
              </a:spcAft>
            </a:pPr>
            <a:r>
              <a:t>Strengthened analytical mindset for future projects.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1000"/>
              </a:spcAft>
            </a:pPr>
            <a:r>
              <a:t>Thank You!</a:t>
            </a:r>
          </a:p>
          <a:p>
            <a:pPr>
              <a:spcAft>
                <a:spcPts val="1000"/>
              </a:spcAft>
            </a:pPr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